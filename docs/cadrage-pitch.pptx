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PROJET · v0.1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suivi budgétaire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financier pour concessionnaire multi-marques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Volkswagen · Haval · Great Wall · Chery · SINOTRUK · Lovol · Sealands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 Mbacké Dieng · Avril 2026 · Pour validation DG / DAF / DSI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pilotage budgétaire actuel ne tient plus le rythme de l’activité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2788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dispersés dans 4-6 fichiers Excel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détectés en J+15 minimum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pilotage temps réel par activité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scénarios alternatifs (1 vue figée)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non tracées (pas d’audit)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reconstruit chaque mois à la 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83080"/>
            <a:ext cx="73152" cy="2788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qu’il manque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unique partagée DG / DAF / chefs de service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dérives sous 24 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du KPI vers le compte SYSCOHADA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scénarios (optimiste / réaliste / pessimiste)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immuable + RBAC fin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forecast actualisé en continu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PRODUIT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app pour piloter Vente VN, SAV et Usine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leviers : pilotage temps réel · décision multi-scénarios · confiance des données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financiers temps réel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visibles sous 24 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compte par compte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par rôle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scénarios coexistants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d’impact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forecast 12-18 mois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versions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87452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87452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immuable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+ 2FA optionnel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3-2-1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SYSCOHADA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du MVP — Phase 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semaines de dev · pilote utilisable à 3 mois · Vente VN uniquement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2788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dans le MVP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: Vente Véhicules Neufs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: exercice annuel + révisé semestriel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scénarios (BASE / OPTIMIST / PESSIMIST)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+ 4 rôles (DG, DAF, Contrôleur, Consult.)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7 dashboards principaux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des modifs budget + journal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comptables manuels (CSV / Excel)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83080"/>
            <a:ext cx="73152" cy="2788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MVP — phases ultérieures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 (Phase 2) — atelier, MO, pièces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Usine d’assemblage (Phase 5) — coût de revient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pipeline commercial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natives Sage / GESCOM (Phase 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(PWA d’abord)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d’anomalies, ML (Phase 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Multi-pays / multi-entités juridiques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hypothèses à valider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reste en HYP jusqu’à signature DAF + DG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029200"/>
                <a:gridCol w="100584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Hypothèse principale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/ fiscalité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Sénégal · SYSCOHADA OHADA révisé · TVA 18 %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FCFA (XOF) tenue · EUR/USD/CNY imports · taux BCEAO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Logiciels existants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 : Sage 100 (ou similaire) · GESCOM : à préciser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Volumes annuels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~1 500 véhicules vendus · ~3 000 OR/mois · ~50 k SKU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à 50 simultanés au 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 projet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devs + 1 référent métier (DAF / contrôleur)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Scaleway Paris · latence Dakar 80-120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500 €/mois sur les 6 premiers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Échéance pilote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mois pour MVP utilisable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 adaptés au contexte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ouvert · francophone · pas de vendor lock-in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Tailwind · shadcn/ui · Recharts · TanStack Query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96312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963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4963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(modulaire) · TypeScript strict · OpenAPI auto · BullMQ workers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9544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954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320954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Prisma · Redis (cache + queue) · Object storage S3-compatible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22776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2277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9227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Scaleway Paris · Docker · GitHub Actions · Sentry · Grafana / Prometheus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haut niveau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centrale · 6 modules métier · ETL pour intégrations existants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6576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Mobile PWA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874520"/>
            <a:ext cx="365760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· GESCOM · CRM (ETL)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4688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4688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NestJS  ·  Auth · RBAC · Rate-limit · Audit log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" y="3520440"/>
            <a:ext cx="12984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5204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92808" y="3520440"/>
            <a:ext cx="12984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92808" y="35204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3520440"/>
            <a:ext cx="12984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5204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9432" y="3520440"/>
            <a:ext cx="12984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5204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52744" y="3520440"/>
            <a:ext cx="12984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52744" y="35204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06056" y="3520440"/>
            <a:ext cx="12984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06056" y="35204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TimescaleDB  ·  Redis (cache + queue)  ·  Object storage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— 25+ entités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· UUID v7 · NUMERIC(18,2) · audit log immuable · multi-devise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FiscalYear · Period · JournalEntry · JournalLine · ImportBatch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50008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50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Budgétaire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35000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BudgetVersion · BudgetLine · CostCenter · Department · Variance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16936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169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 VN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91693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· VehicleModel · Vehicle · Sale · Customer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83864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83864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838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audit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48386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Role · Permission · UserRole · RolePermission · AuditLog (append-only)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50792"/>
            <a:ext cx="73152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50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40507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· ExchangeRate (BCEAO ou fixé)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globale — 8 à 12 mois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 livrables · MVP utilisable à 3 mois · Mobile native optionnelle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  <a:gridCol w="146304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— Vente VN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 + pièces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&amp; scénarios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Intégrations Sage / GESCOM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Usine d’assemblage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avancé &amp;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6 sprints de 2 semaines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jours-homme dev · ~83 jours avec marge 20 % · pilote en fin de S6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640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783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modulaire · Postgres + Prisma · 1re migration · seed · CI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640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sécurité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286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· 2FA TOTP · RBAC · audit log auto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640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788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ligne · import Excel · 3 scénarios · approbation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91840"/>
            <a:ext cx="640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91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3291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balance · équilibre · mapping · calcul écarts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94760"/>
            <a:ext cx="640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3794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écrans · drill-down · filtres · responsive · export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97680"/>
            <a:ext cx="640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4297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 · déploiement Scaleway · doc · pilote 2 sem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UX/UI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écrans clés du MVP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HTML cliquables livrées dans /docs/mockups/ — validation visuelle préalable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— Vue 1 minute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courbe CA, perf marques, alertes critiques. Mobile-first.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37744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 — Tableau d’écarts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par centre de profit · drill-down volume/prix/mix/change.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92608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Réalisé vs Forecast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2834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12 mois · écart cumulé · décomposition par marque.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47472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budget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3383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Tableur 12 mois × N comptes · scénarios · commentaires inline.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40233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931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balance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0" y="3931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4 étapes · hash dedup · équilibre · mapping comptes.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livrés au pilote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DG voit dès le 1er jour de production — mesurés en temps réel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marque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Volkswagen, Haval, Chery, Great Wall, SINOTRUK, Lovol &amp; Sealands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78308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288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0756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 + par marque + tendance vs budget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96312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96312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vs budget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78892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Décomposé en effets : volume · prix · mix · change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496312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496312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atterrissage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78892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fin d’exercice avec 3 modes (linéaire / tendance / saisonnier)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9544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09544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552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moyen véhicule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50215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+ douane + transport, par modèle et par marque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209544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209544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2552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50215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couverture en mois + véhicules &gt; 60 jours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22776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22776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9684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BFR-VN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21538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+ créances clients - dettes fournisseurs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3922776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3922776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9684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commercial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421538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ventes par marque / catégorie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risques projet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identifiées · réévaluées en revue mensuelle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9144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 métier de saisir le budget dans l’app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fort, ambassadeur DAF, import depuis Excel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compta réel diverge de SYSCOHADA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configurable, tolérance comptes ad-hoc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 / GESCOM sans API exploitable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B export CSV manuel mensuel ; ODBC en lecture seule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comptables non fiables (corrections rétroactives)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 imports, alerte sur recalculs, snapshot mensuel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(ajout SAV / Usine en Phase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 signée, gel scope MVP, feature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 DU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du succès — 8 critères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Mesurés à la fin du pilote (2 semaines après mise en prod)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budget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0756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 saisit budget annuel sans support en &lt; 2 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comptable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20756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balance + écarts visibles en &lt; 5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96312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87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mobile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2788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consulte CA / marge / écart sur smartphone en &lt; 30 sec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496312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87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complet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788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gère 12 mois sans pertes de données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9544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009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3255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scénarios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35021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Optimiste / réaliste / pessimiste coexistent et comparables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209544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3009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94960" y="3255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5021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des modifications budget tracées (user + timestamp)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22776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014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34440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4215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régression CI/CD · couverture tests &gt; 60 %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3922776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4014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4215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99 % sur heures ouvrées (8 h - 19 h, lun - sam)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v0.1 — App suivi budgétaire — Cheikh Mbacké Dieng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attendues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hypothèses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 + DG · 1 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les 21 HYP en bloc et corriger les écarts avec la réalité.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Sprint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+ DSI · 1 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l’équipe, le budget, le planning et l’hébergement Scaleway.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l’ambassadeur métier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· décision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Désigner la personne interne qui co-pilote la conception au quotidien.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de validation proposé : 2 h en présence DG / DAF / DSI + Cheikh Mbacké Dieng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de suivi budgétaire — Cadrage v0.1</dc:title>
  <dc:subject>Pilotage financier pour concessionnaire multi-marques</dc:subject>
  <dc:creator>Cheikh Mbacké Dieng</dc:creator>
  <cp:lastModifiedBy>Cheikh Mbacké Dieng</cp:lastModifiedBy>
  <cp:revision>1</cp:revision>
  <dcterms:created xsi:type="dcterms:W3CDTF">2026-04-27T08:18:51Z</dcterms:created>
  <dcterms:modified xsi:type="dcterms:W3CDTF">2026-04-27T08:18:51Z</dcterms:modified>
</cp:coreProperties>
</file>